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F0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PPE COMPLIANCE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 SYSTEM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Safety Equipment Detection using YOLOv8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1828800" cy="36576"/>
          </a:xfrm>
          <a:prstGeom prst="rect">
            <a:avLst/>
          </a:prstGeom>
          <a:solidFill>
            <a:srgbClr val="E94F0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8404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MAICEN-1125  |  M4 Unit 4  |  Group 5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Zigurat Global Institute of Technology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572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300" kern="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E94F07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3657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71600"/>
            <a:ext cx="64008" cy="914400"/>
          </a:xfrm>
          <a:prstGeom prst="rect">
            <a:avLst/>
          </a:prstGeom>
          <a:solidFill>
            <a:srgbClr val="E94F0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447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4F0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5,000+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05840" y="18470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fatalities annually (US)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3657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468880"/>
            <a:ext cx="64008" cy="914400"/>
          </a:xfrm>
          <a:prstGeom prst="rect">
            <a:avLst/>
          </a:prstGeom>
          <a:solidFill>
            <a:srgbClr val="E94F07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54203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4F0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84%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05840" y="29443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head injuries occur without hard hats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566160"/>
            <a:ext cx="3657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566160"/>
            <a:ext cx="64008" cy="914400"/>
          </a:xfrm>
          <a:prstGeom prst="rect">
            <a:avLst/>
          </a:prstGeom>
          <a:solidFill>
            <a:srgbClr val="E94F07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6393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4F0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005840" y="40416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construction deaths are PPE-preventable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1371600"/>
            <a:ext cx="3840480" cy="32918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12080" y="1554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12080" y="210312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4-class PPE detection system using YOLOv8 computer vision to monitor construction site compliance in real-time.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Detects: Helmets, Bare Heads, Safety Vests, and Goggles — with a safety-first threshold of 0.25 to maximize recall.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4-CLASS DETECTION 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E94F07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18745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80160"/>
            <a:ext cx="187452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8680" y="2011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Annotations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7889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hat detection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2918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16,195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68680" y="37033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88920" y="1280160"/>
            <a:ext cx="18745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88920" y="1280160"/>
            <a:ext cx="187452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2926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926080" y="2011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26080" y="23774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Annotations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26080" y="27889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head (violation)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26080" y="32918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4,850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926080" y="37033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1280160"/>
            <a:ext cx="18745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280160"/>
            <a:ext cx="187452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983480" y="2011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SafetyVest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83480" y="23774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Pseudo-Labeled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83480" y="27889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Hi-vis vest detection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83480" y="32918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3,206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983480" y="37033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03720" y="1280160"/>
            <a:ext cx="18745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903720" y="1280160"/>
            <a:ext cx="187452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70408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7040880" y="2011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Goggles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40880" y="23774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Pseudo-Labeled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40880" y="27889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eyewear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40880" y="32918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4,209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040880" y="37033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31520" y="4434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28,460 labels across 4,250 images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200" kern="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INNOVATION: PSEUDO-LABELING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E94F07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3749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64008" cy="1371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280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XML annotations only contain Helmet and Head classes. No labels exist for Safety Vests or Goggles in the dataset.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749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188720"/>
            <a:ext cx="64008" cy="1371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80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6459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pseudo-labels at runtime using computer vision techniques — no manual annotation required.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834640"/>
            <a:ext cx="37490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834640"/>
            <a:ext cx="374904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017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Vest Detection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3337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F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HSV Color Segmentation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6118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high-visibility yellow/orange vests within person bounding boxes using color thresholds in HSV space (threshold: 0.15).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4389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3,206 vests detected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2834640"/>
            <a:ext cx="37490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834640"/>
            <a:ext cx="374904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017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Goggles Detection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46320" y="3337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F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Canny Edge Detection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6118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eye region within detected heads for circular edge patterns characteristic of safety goggles (threshold: 0.45).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4389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4,209 goggles detected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200" kern="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ARCHITECTURE &amp; TRAINING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E94F07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37490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325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YOLOv8m Architecture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on COCO (80 classes)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25.9M parameters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for 4-class PPE detection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Anchor-free detection head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CSPDarknet53 backbone with C2f modules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Multi-scale feature fusion (P3-P5)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3749040" cy="36576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325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0" y="18288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21214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0" y="21214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4140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Size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24140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 x 640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7066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27066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(SGD)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9992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29992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 (cosine decay)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32918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32918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(early stopping)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35844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35844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Mosaic + RandAugment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8770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38770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41696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41696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4000 Ada (12GB)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44622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0" y="44622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4,696 train / 750 val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PERFORMANCE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E94F07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43000"/>
            <a:ext cx="1874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4F0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74.2%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88920" y="1143000"/>
            <a:ext cx="1874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88920" y="1188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47.0%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88920" y="17373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mAP50-95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143000"/>
            <a:ext cx="1874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188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73.5%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46320" y="17373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03720" y="1143000"/>
            <a:ext cx="1874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1188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72.9%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903720" y="17373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468880"/>
          <a:ext cx="7680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1097280"/>
                <a:gridCol w="1097280"/>
                <a:gridCol w="109728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Helmet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SafetyVest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94F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Pseudo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Goggles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94F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Pseudo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731520" y="4434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XML-annotated classes (Helmet, Head) achieve strong F1 &gt; 0.89. Pseudo-labeled classes show promising results given zero manual annotation.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200" kern="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SAFETY-FIRST THRESHOLD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E94F07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37490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64008" cy="2560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 NEGATIVE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bare head = CATASTROPHIC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20116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injury or death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liability (millions)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shutdown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 damage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37490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188720"/>
            <a:ext cx="64008" cy="2560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 POSITIVE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48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 = LOW COST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20116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manual check (~30 sec)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productivity loss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safety impact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Easily dismissed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023360"/>
            <a:ext cx="7680960" cy="9144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97280" y="411480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 set to 0.25 — deliberately low to maximize RECALL and minimize missed safety violations. In safety-critical systems, it is always better to have false alarms than missed detections.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F0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CONCLUSIONS &amp; FUTURE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E94F0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ACHIEVEMENTS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4-class PPE detection system with zero manual annotation for 2 classes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mAP50 of 97.0% (Helmet) and 93.0% (Head) on XML-annotated classes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pseudo-labeling innovation: generated 7,415 labels for SafetyVest and Goggles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Safety-first design: low threshold (0.25) prioritizes recall over precision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033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annotation of SafetyVest/Goggles for improved pseudo-label quality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video stream integration for live site monitoring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 on NVIDIA Jetson for on-site processing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 zone tracking with automated compliance reporting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|  MAICEN-1125  |  M4 Unit 4  |  March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PPE Compliance Detection System</dc:title>
  <dc:subject>PptxGenJS Presentation</dc:subject>
  <dc:creator>Group 5 - MAICEN-1125</dc:creator>
  <cp:lastModifiedBy>Group 5 - MAICEN-1125</cp:lastModifiedBy>
  <cp:revision>1</cp:revision>
  <dcterms:created xsi:type="dcterms:W3CDTF">2026-02-28T13:45:11Z</dcterms:created>
  <dcterms:modified xsi:type="dcterms:W3CDTF">2026-02-28T13:45:11Z</dcterms:modified>
</cp:coreProperties>
</file>